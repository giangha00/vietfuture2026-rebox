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/Desktop/rebox/pitch-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355550" cy="355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07950"/>
            <a:ext cx="5181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PROTECTED MARKETPLACE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1143000"/>
            <a:ext cx="5440680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REBOX</a:t>
            </a:r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Sàn C2C Thế Hệ Mới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255341"/>
            <a:ext cx="54406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bán dễ dàng — Giao dịch an toàn tuyệt đối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645866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định nghĩa thị trường đồ cũ tại Việt Nam bằng lớp hạ tầng tín nhiệm: ví escrow, mô tả tình trạng chuẩn, và trọng tài khi có tranh chấp.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460950"/>
            <a:ext cx="2539901" cy="345877"/>
          </a:xfrm>
          <a:prstGeom prst="roundRect">
            <a:avLst>
              <a:gd name="adj" fmla="val 73437"/>
            </a:avLst>
          </a:prstGeom>
          <a:solidFill>
            <a:srgbClr val="E6F2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4901" y="5562451"/>
            <a:ext cx="2228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Keyboards · Mice · Monitors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49501" y="5460950"/>
            <a:ext cx="2539901" cy="345877"/>
          </a:xfrm>
          <a:prstGeom prst="roundRect">
            <a:avLst>
              <a:gd name="adj" fmla="val 73437"/>
            </a:avLst>
          </a:prstGeom>
          <a:solidFill>
            <a:srgbClr val="E6F2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27202" y="5562451"/>
            <a:ext cx="2228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listing catalog thật</a:t>
            </a:r>
            <a:endParaRPr lang="en-US" sz="1000" dirty="0"/>
          </a:p>
        </p:txBody>
      </p:sp>
      <p:pic>
        <p:nvPicPr>
          <p:cNvPr id="11" name="Image 1" descr="/Users/macbook/Desktop/rebox/pitch-deck/assets/cover-u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950" y="355550"/>
            <a:ext cx="5613350" cy="6146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Thực Tế Của Thị Trường C2C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10 người dùng (08/2026): kênh chính vẫn là Facebook và bạn bè — niềm tin thì không đi cùng.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sát trong thương lượng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bán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ngập tin nhắn ảo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người mua trả giá không hồi kết. 6/10 đang mua–bán qua Facebook hoặc hội nhóm.</a:t>
            </a:r>
            <a:endParaRPr lang="en-US" sz="15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Kênh: bạn bè 7 · Facebook 6 · Shopee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6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6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Niềm tin bằng KHÔNG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trên 10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đã nhận hàng không giống mô tả. Nỗi lo #1: người bán không uy tín, hàng lỗi giấu, ảnh không phải hàng thật.</a:t>
            </a:r>
            <a:endParaRPr lang="en-US" sz="15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— hàng ≠ thông tin: 6 Có / 4 Chưa từng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7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7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lớp bảo chứng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làm họ tin: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giá, ảnh thật, mô tả tình trạng, kiểm định, hoàn tiền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Escrow mới được 2/10 nhắc.</a:t>
            </a:r>
            <a:endParaRPr lang="en-US" sz="15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 sẵn sàng thử nền tảng kiểu ReBox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Từ ReBox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tạo lớp hạ tầng tín nhiệm (Trust Layer) cho mọi giao dịch C2C.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dịch 1 chạm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sát: người bán mệt vì trả giá. ReBox chuẩn hóa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Offer + chốt đơn dứt khoát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trên listing có schema (layout, switch, DPI).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6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6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Escrow bảo chứng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người mua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tạm giữ trên ReBox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tới khi nhận hàng đúng mô tả. Đúng mô hình nền tảng giữ tiền, chỉ giải ngân khi giao dịch xong.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7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7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chuyển + ẩn danh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lấy hàng tại seller, giao tận nơi. Không lộ SĐT trên hội nhóm —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đứng giữa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thay vì inbox Facebook.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Phẩm: Tối Ưu Hóa Hành Vi Người Dùng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phía cần an toàn khi xuống tiền. Một phía cần bán nhanh, không trực chiến inbox.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0450"/>
            <a:ext cx="55626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60450"/>
            <a:ext cx="5562600" cy="45720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mua — An toàn &amp; tiện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đơn dứt khoát: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giá niêm yết + offer có khung, không mặc cả 40 tin nhắn.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Offer: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đề xuất mức giá theo tình trạng listing (Like New / Good / Fair).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tín nhiệm: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seller verified, rating, lịch sử — đúng thứ 10/10 người khảo sát cần để tin.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0" y="1460450"/>
            <a:ext cx="55626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2200" y="1460450"/>
            <a:ext cx="5562600" cy="45720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bán — Bán nhanh &amp; nhàn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auto-tag: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nhận diện bàn phím / chuột / màn hình, điền schema category.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1 lần: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listing chuẩn, courier tới lấy — 5/10 chưa từng bán vì không biết định giá / giao hàng.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hoàn hàng gian lận: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ảnh 6 mặt + escrow, trọng tài dựa trên bằng chứng.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Mục Đang Chạy — Ảnh Catalog Thật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Niche-first: Keyboards · Mice · Monitors. Ảnh seed backend; seller fictional hóa theo persona khảo sát.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469895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524000"/>
            <a:ext cx="3316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Keyboards</a:t>
            </a:r>
            <a:endParaRPr lang="en-US" sz="1400" dirty="0"/>
          </a:p>
        </p:txBody>
      </p:sp>
      <p:pic>
        <p:nvPicPr>
          <p:cNvPr id="6" name="Image 0" descr="/Users/macbook/Desktop/rebox/pitch-deck/assets/products/keyboard-custom-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1968401"/>
            <a:ext cx="812750" cy="812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8401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Keychron K2 V2 Brown · 98%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158901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New · Minh Trần · Q.1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00200" y="234300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</a:t>
            </a:r>
            <a:endParaRPr lang="en-US" sz="1200" dirty="0"/>
          </a:p>
        </p:txBody>
      </p:sp>
      <p:pic>
        <p:nvPicPr>
          <p:cNvPr id="10" name="Image 1" descr="/Users/macbook/Desktop/rebox/pitch-deck/assets/products/keyboard-desig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50" y="3048000"/>
            <a:ext cx="812750" cy="812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04800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Akko 3068B Plus Hot-swap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600200" y="3238500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· Hà Lê · Cầu Giấy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600200" y="342260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</a:t>
            </a:r>
            <a:endParaRPr lang="en-US" sz="1200" dirty="0"/>
          </a:p>
        </p:txBody>
      </p:sp>
      <p:pic>
        <p:nvPicPr>
          <p:cNvPr id="14" name="Image 2" descr="/Users/macbook/Desktop/rebox/pitch-deck/assets/products/keyboard-rgb-blu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50" y="4127450"/>
            <a:ext cx="812750" cy="812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12745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Logitech G Pro X TKL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600200" y="4317950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· An Bùi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600200" y="450205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267200" y="1371600"/>
            <a:ext cx="3657600" cy="469895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470350" y="1524000"/>
            <a:ext cx="3316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</a:t>
            </a:r>
            <a:endParaRPr lang="en-US" sz="1400" dirty="0"/>
          </a:p>
        </p:txBody>
      </p:sp>
      <p:pic>
        <p:nvPicPr>
          <p:cNvPr id="20" name="Image 3" descr="/Users/macbook/Desktop/rebox/pitch-deck/assets/products/mouse-logitech-whit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350" y="1968401"/>
            <a:ext cx="812750" cy="812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10200" y="1968401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Logitech G Pro X Superlight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10200" y="2158901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New · Lan Nguyễn · Q.3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410200" y="234300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</a:t>
            </a:r>
            <a:endParaRPr lang="en-US" sz="1200" dirty="0"/>
          </a:p>
        </p:txBody>
      </p:sp>
      <p:pic>
        <p:nvPicPr>
          <p:cNvPr id="24" name="Image 4" descr="/Users/macbook/Desktop/rebox/pitch-deck/assets/products/mouse-honeycomb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350" y="3048000"/>
            <a:ext cx="812750" cy="8127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10200" y="304800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Razer Viper V2 Pro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10200" y="3238500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· Đức Phạm · Đống Đa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410200" y="342260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</a:t>
            </a:r>
            <a:endParaRPr lang="en-US" sz="1200" dirty="0"/>
          </a:p>
        </p:txBody>
      </p:sp>
      <p:pic>
        <p:nvPicPr>
          <p:cNvPr id="28" name="Image 5" descr="/Users/macbook/Desktop/rebox/pitch-deck/assets/products/mouse-logitech-g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350" y="4127450"/>
            <a:ext cx="812750" cy="8127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10200" y="412745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Logitech MX Master 3S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410200" y="4317950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New · Khoa Vũ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5410200" y="450205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077200" y="1371600"/>
            <a:ext cx="3657600" cy="469895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8280350" y="1524000"/>
            <a:ext cx="3316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</a:t>
            </a:r>
            <a:endParaRPr lang="en-US" sz="1400" dirty="0"/>
          </a:p>
        </p:txBody>
      </p:sp>
      <p:pic>
        <p:nvPicPr>
          <p:cNvPr id="34" name="Image 6" descr="/Users/macbook/Desktop/rebox/pitch-deck/assets/products/monitor-lg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350" y="1968401"/>
            <a:ext cx="812750" cy="81275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220200" y="1968401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UltraGear 27" 165Hz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9220200" y="2158901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New · Khoa Vũ · Tân Bình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9220200" y="234300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$220</a:t>
            </a:r>
            <a:endParaRPr lang="en-US" sz="1200" dirty="0"/>
          </a:p>
        </p:txBody>
      </p:sp>
      <p:pic>
        <p:nvPicPr>
          <p:cNvPr id="38" name="Image 7" descr="/Users/macbook/Desktop/rebox/pitch-deck/assets/products/monitor-gaming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350" y="3048000"/>
            <a:ext cx="812750" cy="81275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220200" y="304800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Odyssey G5 27"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9220200" y="3238500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· An Bùi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9220200" y="342260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$195</a:t>
            </a:r>
            <a:endParaRPr lang="en-US" sz="1200" dirty="0"/>
          </a:p>
        </p:txBody>
      </p:sp>
      <p:pic>
        <p:nvPicPr>
          <p:cNvPr id="42" name="Image 8" descr="/Users/macbook/Desktop/rebox/pitch-deck/assets/products/monitor-workstation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350" y="4127450"/>
            <a:ext cx="812750" cy="81275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220200" y="412745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S2721DGF 27" 165Hz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9220200" y="4317950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New · Minh Trần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9220200" y="450205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Cốt Lõi: Bảo Mật &amp; Trung Lập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ReBox không chỉ là app bán hàng, mà là hệ thống trọng tài C2C công bằng cho cá nhân.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Trọng tài trung lập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tín nhiệm lịch sử + AI đánh giá ảnh/video 6 mặt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khi khiếu nại — đúng thứ khảo sát đòi nền tảng đứng ra giải quyết tranh chấp.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6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6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ReBox Payment Link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thanh toán ReBox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lên hội nhóm Facebook. Giữ traffic MXH (kênh 6/10 đang dùng) nhưng kéo giao dịch vào escrow.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77200" y="1524000"/>
            <a:ext cx="3657600" cy="444490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77200" y="1524000"/>
            <a:ext cx="3657600" cy="44449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danh chống fraud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eKYC + tài khoản ngân hàng chính chủ trước khi rút tiền escrow. Chặn nick ảo lập rồi bỏ trốn — nỗi lo #1 khi mua đồ cũ online.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Cạnh Tranh &amp; Định Vị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đánh Shopee trên B2C. Đánh Facebook, hội nhóm, sàn rao vặt không có trọng tài.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286000" cy="507950"/>
          </a:xfrm>
          <a:prstGeom prst="rect">
            <a:avLst/>
          </a:prstGeom>
          <a:solidFill>
            <a:srgbClr val="E6F2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286000" cy="50795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371600"/>
            <a:ext cx="4191000" cy="507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4191000" cy="50795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hiện tại với C2C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34200" y="1371600"/>
            <a:ext cx="4800600" cy="507950"/>
          </a:xfrm>
          <a:prstGeom prst="rect">
            <a:avLst/>
          </a:prstGeom>
          <a:solidFill>
            <a:srgbClr val="E6F2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34200" y="1371600"/>
            <a:ext cx="4800600" cy="50795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ReBox giải quyết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79550"/>
            <a:ext cx="2286000" cy="1371600"/>
          </a:xfrm>
          <a:prstGeom prst="rect">
            <a:avLst/>
          </a:prstGeom>
          <a:solidFill>
            <a:srgbClr val="F3F7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879550"/>
            <a:ext cx="22860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Groups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879550"/>
            <a:ext cx="41910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43200" y="1879550"/>
            <a:ext cx="41910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Lừa đảo, inbox hỗn loạn, không escrow. Kênh 6/10 đang dùng.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1879550"/>
            <a:ext cx="4800600" cy="1371600"/>
          </a:xfrm>
          <a:prstGeom prst="rect">
            <a:avLst/>
          </a:prstGeom>
          <a:solidFill>
            <a:srgbClr val="F3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34200" y="1879550"/>
            <a:ext cx="48006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ReBox Link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ví escrow. Giữ traffic hội nhóm, kéo thanh toán vào hạ tầng tin cậy.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51150"/>
            <a:ext cx="2286000" cy="1371600"/>
          </a:xfrm>
          <a:prstGeom prst="rect">
            <a:avLst/>
          </a:prstGeom>
          <a:solidFill>
            <a:srgbClr val="F3F7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251150"/>
            <a:ext cx="22860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rao vặt (Chợ Tốt)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251150"/>
            <a:ext cx="41910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43200" y="3251150"/>
            <a:ext cx="41910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Gặp mặt / COD, hàng ≠ ảnh. 6/10 từng nhận sai mô tả.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34200" y="3251150"/>
            <a:ext cx="4800600" cy="1371600"/>
          </a:xfrm>
          <a:prstGeom prst="rect">
            <a:avLst/>
          </a:prstGeom>
          <a:solidFill>
            <a:srgbClr val="EAF4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34200" y="3251150"/>
            <a:ext cx="48006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+ kiểm hàng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trước khi giải ngân. Schema tình trạng bắt buộc.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22750"/>
            <a:ext cx="2286000" cy="1371600"/>
          </a:xfrm>
          <a:prstGeom prst="rect">
            <a:avLst/>
          </a:prstGeom>
          <a:solidFill>
            <a:srgbClr val="F3F7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4622750"/>
            <a:ext cx="22860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TMĐT (Shopee)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4622750"/>
            <a:ext cx="41910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43200" y="4622750"/>
            <a:ext cx="41910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B2C, phí &amp; chính sách thiên shop. C2C cá nhân không phải gian hàng.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34200" y="4622750"/>
            <a:ext cx="4800600" cy="1371600"/>
          </a:xfrm>
          <a:prstGeom prst="rect">
            <a:avLst/>
          </a:prstGeom>
          <a:solidFill>
            <a:srgbClr val="F3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34200" y="4622750"/>
            <a:ext cx="4800600" cy="1371600"/>
          </a:xfrm>
          <a:prstGeom prst="rect">
            <a:avLst/>
          </a:prstGeom>
          <a:noFill/>
          <a:ln/>
        </p:spPr>
        <p:txBody>
          <a:bodyPr wrap="square" lIns="177800" tIns="1524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C2C-native: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0% phí năm 1, trọng tài cho cá nhân, eKYC trước khi rút tiền.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Mô Thị Trường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2031950"/>
            <a:ext cx="4404309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Tỷ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14501"/>
            <a:ext cx="44043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(tại Việt Nam)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82702"/>
            <a:ext cx="44043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đồ cũ / C2C — số trong hồ sơ gọi vốn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0" y="1524000"/>
            <a:ext cx="65288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đã có, niềm tin thì chưa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4000" y="1784300"/>
            <a:ext cx="65288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 từng mua đồ cũ. Kênh rải Facebook, bạn bè, Shopee — không ai cầm lớp escrow.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0" y="2158901"/>
            <a:ext cx="65288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Wedge: phụ kiện công nghệ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34000" y="2419201"/>
            <a:ext cx="6528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Q18: 5/10 muốn tập trung tech. ReBox mở Keyboards / Mice / Monitors — AOV cao, dễ schema.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0" y="2965252"/>
            <a:ext cx="65288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chưa ai làm cho C2C cá nhân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34000" y="3225552"/>
            <a:ext cx="65288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Shopee làm cho shop. Facebook không giữ tiền. ReBox lấp đúng lỗ đó.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0" y="3600152"/>
            <a:ext cx="65288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thử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34000" y="3860453"/>
            <a:ext cx="65288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 “có thể sử dụng” nền tảng kiểu ReBox.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Kinh Doanh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pha: chiếm thanh khoản trước, mở take-rate sau. Không thu phí khi thị trường còn đang sợ.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0450"/>
            <a:ext cx="55626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60450"/>
            <a:ext cx="5562600" cy="45720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1 · Chiếm user (Năm 1)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phí giao dịch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hạ rào cho C2C cá nhân, đối trọng Shopee phí shop.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cash: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float escrow (tiền nằm trên ví trước khi giải ngân) tài trợ burn.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seeding: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bàn phím / chuột / monitor — AOV đủ lớn để học vận hành escrow.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0" y="1460450"/>
            <a:ext cx="55626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2200" y="1460450"/>
            <a:ext cx="5562600" cy="45720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2 · Mở doanh thu (Năm 2+)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Take-rate ~3%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khi thanh khoản và niềm tin đã khóa user.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Boosted listing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kiểm định trả phí (6/10 rất quan tâm; sẵn sàng trả thêm nếu phí hợp lý).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 hàng giá trị cao (monitor / keyboard custom) trước khi giao.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Lược GTM &amp; Giải Quyết “Thanh Khoản”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lớn nhất của C2C: có người mua thì không có người bán, và ngược lại.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Nguồn cung mồi (Supply seeding)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 với shop tech / reseller bàn phím cơ — bơm listing Keychron, Akko, Logitech lên sàn trước khi chờ user tự đăng.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0" y="137160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2200" y="137160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Công cụ cross-posting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một lần trên ReBox, đẩy ra hội nhóm FB. Payment Link kéo giao dịch về escrow — không bỏ kênh 6/10 đang đứng.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8455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378455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Đánh ngách (Niche-first)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Keyboards · Mice · Monitors. Đúng “phụ kiện công nghệ” trong khảo sát. Mở rộng phone/laptop khi escrow ổn.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378455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72200" y="378455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Viral referral (CAC)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Mời bạn bè — kênh #1 trong khảo sát (7/10). Credit escrow / phí ship. CAC thấp hơn ads vì C2C lan theo mạng quen.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Phát Triển Sản Phẩm (T1 – T12)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3403550"/>
            <a:ext cx="10921901" cy="38100"/>
          </a:xfrm>
          <a:prstGeom prst="rect">
            <a:avLst/>
          </a:prstGeom>
          <a:solidFill>
            <a:srgbClr val="004D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810000"/>
            <a:ext cx="2667000" cy="20955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810000"/>
            <a:ext cx="2667000" cy="20955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Quý 1: Launch Beta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+ listing schema 3 category. eKYC rút tiền. Seed 100 listing tech tại HCM / Hà Nội.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27350" y="1206401"/>
            <a:ext cx="2667000" cy="1968401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27350" y="1206401"/>
            <a:ext cx="2667000" cy="19684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Quý 2: 3PL &amp; Link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pickup. ReBox Payment Link cho hội nhóm FB. AI Vision gắn tag keyboard / mouse / monitor.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501" y="3810000"/>
            <a:ext cx="2667000" cy="20955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97501" y="3810000"/>
            <a:ext cx="2667000" cy="20955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Quý 3: Trọng tài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khiếu nại + ảnh 6 mặt. Kiểm định trả phí. Mở Smart Offer theo tình trạng.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67800" y="1206401"/>
            <a:ext cx="2667000" cy="1968401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67800" y="1206401"/>
            <a:ext cx="2667000" cy="1968401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Quý 4: Monetize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take-rate trên boosted listing. Chuẩn bị phone/laptop khi thanh khoản ngách đã khóa.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 &amp; Dự Phóng (3 Năm)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60450"/>
            <a:ext cx="55626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60450"/>
            <a:ext cx="5562600" cy="45720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vận hành (OPEX)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CSKH mỏng + </a:t>
            </a:r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hỗ trợ khiếu nại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(ảnh/video) — không dựng call center lớn năm 1.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đối tác, không tự build 3PL.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Burn-rate: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$12.000 – $15.000 / tháng (nhân sự cốt lõi + cloud + KYC).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72200" y="1460450"/>
            <a:ext cx="55626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72200" y="1460450"/>
            <a:ext cx="5562600" cy="457200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phóng &amp; ROI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1 (zero-fee):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50k user hoạt động, ~$2M GMV, lợi nhuận âm.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2 (monetize):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take-rate 3%, ~$15M GMV, hòa vốn tháng 18–20.</a:t>
            </a:r>
            <a:endParaRPr lang="en-US" sz="15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3 (scale):</a:t>
            </a:r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lãi ròng dương. ROI kỳ vọng 2.5–3 năm.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Ngũ Triển Khai (Dự Án)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8526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ghế — role bám product đang chạy. Chưa gắn tên cá nhân công khai.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 / Operations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Escrow, khiếu nại, quan hệ 3PL. Giữ trọng tài trung lập không biến thành CSKH hô biến.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0" y="137160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2200" y="137160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Next.js + API Laravel + AI Vision/tag. Schema 3 category, ví, eKYC, moderation listing.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8455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378455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UI-UX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đăng bán 1 lần, offer, tin cậy trên PDP. Brand xanh rừng, card listing, homepage đang live.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3784550"/>
            <a:ext cx="5562600" cy="22224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72200" y="3784550"/>
            <a:ext cx="5562600" cy="2222450"/>
          </a:xfrm>
          <a:prstGeom prst="rect">
            <a:avLst/>
          </a:prstGeom>
          <a:noFill/>
          <a:ln/>
        </p:spPr>
        <p:txBody>
          <a:bodyPr wrap="square" lIns="228600" tIns="203200" rIns="228600" bIns="203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/ Growth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nhóm FB + Payment Link + referral bạn bè. Niche keyboard community trước khi mass ads.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115031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Vốn &amp; Cổ Phần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2158901"/>
            <a:ext cx="4404309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066901"/>
            <a:ext cx="44043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vốn (Pre-Seed / Seed)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950" y="1650950"/>
            <a:ext cx="6654701" cy="431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</a:t>
            </a:r>
            <a:pPr algn="l" indent="0" marL="0">
              <a:buNone/>
            </a:pPr>
            <a:r>
              <a:rPr lang="en-US" sz="13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tháng</a:t>
            </a:r>
            <a:pPr algn="l" indent="0" marL="0"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ở burn $12–15k/tháng. Đủ để beta ngách tech, khóa escrow, rồi mới mở take-rate.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 phần chào bán:</a:t>
            </a:r>
            <a:pPr algn="l" indent="0" marL="0"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10% – 15% tại valuation $2M – $3M.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pPr algn="l" indent="0" marL="0"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Product / Tech: escrow, AI tag, app + API, KYC.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pPr algn="l" indent="0" marL="0"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Growth: seeding listing, hội nhóm FB, referral.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pPr algn="l" indent="0" marL="0"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Operations &amp; dự phòng: 3PL, tranh chấp, legal.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/Desktop/rebox/pitch-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301" y="1143000"/>
            <a:ext cx="711101" cy="711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02" y="2158901"/>
            <a:ext cx="1036309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ReBox Đã Sẵn Sàng!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302" y="2860477"/>
            <a:ext cx="103630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tạo chuẩn mực niềm tin mới cho thị trường đồ cũ Việt Nam.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302" y="3200102"/>
            <a:ext cx="103630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chân thành cảm ơn Ban Giám Khảo.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174950" y="4953000"/>
            <a:ext cx="5841950" cy="558701"/>
          </a:xfrm>
          <a:prstGeom prst="roundRect">
            <a:avLst>
              <a:gd name="adj" fmla="val 500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16531" y="5079950"/>
            <a:ext cx="59587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rebox.vn   |   contact@rebox.vn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2026-08-19T05:58:07Z</dcterms:created>
  <dcterms:modified xsi:type="dcterms:W3CDTF">2026-08-19T05:58:07Z</dcterms:modified>
</cp:coreProperties>
</file>